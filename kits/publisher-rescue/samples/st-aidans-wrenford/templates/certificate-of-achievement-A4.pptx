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0692000" cy="756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to use this certificate: click any text to change it. For one certificate per person, right-click this slide in the list on the left and choose Duplicate Slide, then change the name. The border is part of the layout (View &gt; Slide Master) so it cannot move by accident. Print at 100% (Fit to page off) on A4 or Letter card.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to use this certificate: click any text to change it. For one certificate per person, right-click this slide in the list on the left and choose Duplicate Slide, then change the name. The border is part of the layout (View &gt; Slide Master) so it cannot move by accident. Print at 100% (Fit to page off) on A4 or Letter card.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to use this certificate: click any text to change it. For one certificate per person, right-click this slide in the list on the left and choose Duplicate Slide, then change the name. The border is part of the layout (View &gt; Slide Master) so it cannot move by accident. Print at 100% (Fit to page off) on A4 or Letter card.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ertificate">
    <p:spTree>
      <p:nvGrpSpPr>
        <p:cNvPr id="10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2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4" name="Rectangle 1"/>
          <p:cNvSpPr/>
          <p:nvPr/>
        </p:nvSpPr>
        <p:spPr>
          <a:xfrm>
            <a:off x="292608" y="292608"/>
            <a:ext cx="10106784" cy="6974784"/>
          </a:xfrm>
          <a:prstGeom prst="rect">
            <a:avLst/>
          </a:prstGeom>
          <a:noFill/>
          <a:ln w="88900">
            <a:solidFill>
              <a:srgbClr val="5B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5" name="Rectangle 2"/>
          <p:cNvSpPr/>
          <p:nvPr/>
        </p:nvSpPr>
        <p:spPr>
          <a:xfrm>
            <a:off x="457200" y="457200"/>
            <a:ext cx="9777600" cy="6645600"/>
          </a:xfrm>
          <a:prstGeom prst="rect">
            <a:avLst/>
          </a:prstGeom>
          <a:noFill/>
          <a:ln w="19050">
            <a:solidFill>
              <a:srgbClr val="C99A3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" name="Diamond 3"/>
          <p:cNvSpPr/>
          <p:nvPr/>
        </p:nvSpPr>
        <p:spPr>
          <a:xfrm>
            <a:off x="301752" y="301752"/>
            <a:ext cx="310896" cy="310896"/>
          </a:xfrm>
          <a:prstGeom prst="diamond">
            <a:avLst/>
          </a:prstGeom>
          <a:solidFill>
            <a:srgbClr val="C99A3A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7" name="Diamond 4"/>
          <p:cNvSpPr/>
          <p:nvPr/>
        </p:nvSpPr>
        <p:spPr>
          <a:xfrm>
            <a:off x="301752" y="6947352"/>
            <a:ext cx="310896" cy="310896"/>
          </a:xfrm>
          <a:prstGeom prst="diamond">
            <a:avLst/>
          </a:prstGeom>
          <a:solidFill>
            <a:srgbClr val="C99A3A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8" name="Diamond 5"/>
          <p:cNvSpPr/>
          <p:nvPr/>
        </p:nvSpPr>
        <p:spPr>
          <a:xfrm>
            <a:off x="10079352" y="301752"/>
            <a:ext cx="310896" cy="310896"/>
          </a:xfrm>
          <a:prstGeom prst="diamond">
            <a:avLst/>
          </a:prstGeom>
          <a:solidFill>
            <a:srgbClr val="C99A3A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9" name="Diamond 6"/>
          <p:cNvSpPr/>
          <p:nvPr/>
        </p:nvSpPr>
        <p:spPr>
          <a:xfrm>
            <a:off x="10079352" y="6947352"/>
            <a:ext cx="310896" cy="310896"/>
          </a:xfrm>
          <a:prstGeom prst="diamond">
            <a:avLst/>
          </a:prstGeom>
          <a:solidFill>
            <a:srgbClr val="C99A3A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1660" y="640376"/>
            <a:ext cx="868680" cy="8686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96880" y="1583152"/>
            <a:ext cx="7698240" cy="3201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300" b="1" i="0" spc="300" cap="all">
                <a:solidFill>
                  <a:srgbClr val="5B1A2E"/>
                </a:solidFill>
                <a:latin typeface="Calibri"/>
              </a:rPr>
              <a:t>St Aidan's Church, Wrenford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96880" y="1885552"/>
            <a:ext cx="7698240" cy="756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5000" b="1" i="0" spc="800">
                <a:solidFill>
                  <a:schemeClr val="accent1"/>
                </a:solidFill>
                <a:latin typeface="Cambria"/>
              </a:rPr>
              <a:t>CERTIFICATE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96880" y="2597082"/>
            <a:ext cx="7698240" cy="44470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2600" b="0" i="1">
                <a:solidFill>
                  <a:srgbClr val="916F29"/>
                </a:solidFill>
                <a:latin typeface="Cambria"/>
              </a:rPr>
              <a:t>of Achievement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96880" y="3157411"/>
            <a:ext cx="7698240" cy="3557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500" b="0" i="0">
                <a:solidFill>
                  <a:srgbClr val="6B605A"/>
                </a:solidFill>
                <a:latin typeface="Calibri"/>
              </a:rPr>
              <a:t>This certificate is proudly presented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96880" y="3539858"/>
            <a:ext cx="7698240" cy="729317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4000" b="0" i="1">
                <a:solidFill>
                  <a:srgbClr val="26201E"/>
                </a:solidFill>
                <a:latin typeface="Cambria"/>
              </a:rPr>
              <a:t>Amelia Hart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86840" y="4322541"/>
            <a:ext cx="4918320" cy="0"/>
          </a:xfrm>
          <a:prstGeom prst="line">
            <a:avLst/>
          </a:prstGeom>
          <a:ln w="15875">
            <a:solidFill>
              <a:srgbClr val="C99A3A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1817640" y="4429270"/>
            <a:ext cx="7056720" cy="6403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600" b="0" i="0">
                <a:solidFill>
                  <a:srgbClr val="26201E"/>
                </a:solidFill>
                <a:latin typeface="Calibri"/>
              </a:rPr>
              <a:t>for reading 24 books in the Wrens Club Summer Reading Challenge</a:t>
            </a:r>
          </a:p>
        </p:txBody>
      </p:sp>
      <p:sp>
        <p:nvSpPr>
          <p:cNvPr id="10" name="24-Point Star 9"/>
          <p:cNvSpPr/>
          <p:nvPr/>
        </p:nvSpPr>
        <p:spPr>
          <a:xfrm>
            <a:off x="4760784" y="5211952"/>
            <a:ext cx="1170432" cy="1170432"/>
          </a:xfrm>
          <a:prstGeom prst="star24">
            <a:avLst/>
          </a:prstGeom>
          <a:solidFill>
            <a:srgbClr val="C99A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959757" y="5410925"/>
            <a:ext cx="772485" cy="772485"/>
          </a:xfrm>
          <a:prstGeom prst="ellipse">
            <a:avLst/>
          </a:prstGeom>
          <a:solidFill>
            <a:srgbClr val="5B1A2E"/>
          </a:solidFill>
          <a:ln w="19050">
            <a:solidFill>
              <a:srgbClr val="FFFFFF"/>
            </a:solidFill>
          </a:ln>
        </p:spPr>
        <p:txBody>
          <a:bodyPr rtlCol="0" anchor="ctr" lIns="0" rIns="0" tIns="0" bIns="0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4400" y="6421552"/>
            <a:ext cx="2743200" cy="266823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100" b="0" i="0">
                <a:solidFill>
                  <a:srgbClr val="6B605A"/>
                </a:solidFill>
                <a:latin typeface="Calibri"/>
              </a:rPr>
              <a:t>Awarded on Sunday 13 September 2026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234440" y="5941270"/>
            <a:ext cx="2468880" cy="0"/>
          </a:xfrm>
          <a:prstGeom prst="line">
            <a:avLst/>
          </a:prstGeom>
          <a:ln w="9525">
            <a:solidFill>
              <a:srgbClr val="26201E"/>
            </a:solidFill>
          </a:ln>
        </p:spPr>
      </p:cxnSp>
      <p:sp>
        <p:nvSpPr>
          <p:cNvPr id="14" name="TextBox 13"/>
          <p:cNvSpPr txBox="1"/>
          <p:nvPr/>
        </p:nvSpPr>
        <p:spPr>
          <a:xfrm>
            <a:off x="1234440" y="5994635"/>
            <a:ext cx="2468880" cy="266823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26201E"/>
                </a:solidFill>
                <a:latin typeface="Calibri"/>
              </a:rPr>
              <a:t>Revd Helen Marsh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6243670"/>
            <a:ext cx="2468880" cy="24903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050" b="0" i="0">
                <a:solidFill>
                  <a:srgbClr val="6B605A"/>
                </a:solidFill>
                <a:latin typeface="Calibri"/>
              </a:rPr>
              <a:t>Vicar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988680" y="5941270"/>
            <a:ext cx="2468880" cy="0"/>
          </a:xfrm>
          <a:prstGeom prst="line">
            <a:avLst/>
          </a:prstGeom>
          <a:ln w="9525">
            <a:solidFill>
              <a:srgbClr val="26201E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6988680" y="5994635"/>
            <a:ext cx="2468880" cy="266823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26201E"/>
                </a:solidFill>
                <a:latin typeface="Calibri"/>
              </a:rPr>
              <a:t>Jenny Clarke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88680" y="6243670"/>
            <a:ext cx="2468880" cy="24903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050" b="0" i="0">
                <a:solidFill>
                  <a:srgbClr val="6B605A"/>
                </a:solidFill>
                <a:latin typeface="Calibri"/>
              </a:rPr>
              <a:t>Wrens Club Leader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1660" y="640376"/>
            <a:ext cx="868680" cy="8686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96880" y="1583152"/>
            <a:ext cx="7698240" cy="3201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300" b="1" i="0" spc="300" cap="all">
                <a:solidFill>
                  <a:srgbClr val="5B1A2E"/>
                </a:solidFill>
                <a:latin typeface="Calibri"/>
              </a:rPr>
              <a:t>St Aidan's Church, Wrenford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96880" y="1885552"/>
            <a:ext cx="7698240" cy="756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5000" b="1" i="0" spc="800">
                <a:solidFill>
                  <a:schemeClr val="accent1"/>
                </a:solidFill>
                <a:latin typeface="Cambria"/>
              </a:rPr>
              <a:t>CERTIFICATE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96880" y="2597082"/>
            <a:ext cx="7698240" cy="44470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2600" b="0" i="1">
                <a:solidFill>
                  <a:srgbClr val="916F29"/>
                </a:solidFill>
                <a:latin typeface="Cambria"/>
              </a:rPr>
              <a:t>of Achievement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96880" y="3157411"/>
            <a:ext cx="7698240" cy="3557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500" b="0" i="0">
                <a:solidFill>
                  <a:srgbClr val="6B605A"/>
                </a:solidFill>
                <a:latin typeface="Calibri"/>
              </a:rPr>
              <a:t>This certificate is proudly presented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96880" y="3539858"/>
            <a:ext cx="7698240" cy="729317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4000" b="0" i="1">
                <a:solidFill>
                  <a:srgbClr val="26201E"/>
                </a:solidFill>
                <a:latin typeface="Cambria"/>
              </a:rPr>
              <a:t>Joshua Mensah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86840" y="4322541"/>
            <a:ext cx="4918320" cy="0"/>
          </a:xfrm>
          <a:prstGeom prst="line">
            <a:avLst/>
          </a:prstGeom>
          <a:ln w="15875">
            <a:solidFill>
              <a:srgbClr val="C99A3A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1817640" y="4429270"/>
            <a:ext cx="7056720" cy="6403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600" b="0" i="0">
                <a:solidFill>
                  <a:srgbClr val="26201E"/>
                </a:solidFill>
                <a:latin typeface="Calibri"/>
              </a:rPr>
              <a:t>for writing the best book review of the summer</a:t>
            </a:r>
          </a:p>
        </p:txBody>
      </p:sp>
      <p:sp>
        <p:nvSpPr>
          <p:cNvPr id="10" name="24-Point Star 9"/>
          <p:cNvSpPr/>
          <p:nvPr/>
        </p:nvSpPr>
        <p:spPr>
          <a:xfrm>
            <a:off x="4760784" y="5211952"/>
            <a:ext cx="1170432" cy="1170432"/>
          </a:xfrm>
          <a:prstGeom prst="star24">
            <a:avLst/>
          </a:prstGeom>
          <a:solidFill>
            <a:srgbClr val="C99A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959757" y="5410925"/>
            <a:ext cx="772485" cy="772485"/>
          </a:xfrm>
          <a:prstGeom prst="ellipse">
            <a:avLst/>
          </a:prstGeom>
          <a:solidFill>
            <a:srgbClr val="5B1A2E"/>
          </a:solidFill>
          <a:ln w="19050">
            <a:solidFill>
              <a:srgbClr val="FFFFFF"/>
            </a:solidFill>
          </a:ln>
        </p:spPr>
        <p:txBody>
          <a:bodyPr rtlCol="0" anchor="ctr" lIns="0" rIns="0" tIns="0" bIns="0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4400" y="6421552"/>
            <a:ext cx="2743200" cy="266823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100" b="0" i="0">
                <a:solidFill>
                  <a:srgbClr val="6B605A"/>
                </a:solidFill>
                <a:latin typeface="Calibri"/>
              </a:rPr>
              <a:t>Awarded on Sunday 13 September 2026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234440" y="5941270"/>
            <a:ext cx="2468880" cy="0"/>
          </a:xfrm>
          <a:prstGeom prst="line">
            <a:avLst/>
          </a:prstGeom>
          <a:ln w="9525">
            <a:solidFill>
              <a:srgbClr val="26201E"/>
            </a:solidFill>
          </a:ln>
        </p:spPr>
      </p:cxnSp>
      <p:sp>
        <p:nvSpPr>
          <p:cNvPr id="14" name="TextBox 13"/>
          <p:cNvSpPr txBox="1"/>
          <p:nvPr/>
        </p:nvSpPr>
        <p:spPr>
          <a:xfrm>
            <a:off x="1234440" y="5994635"/>
            <a:ext cx="2468880" cy="266823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26201E"/>
                </a:solidFill>
                <a:latin typeface="Calibri"/>
              </a:rPr>
              <a:t>Revd Helen Marsh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6243670"/>
            <a:ext cx="2468880" cy="24903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050" b="0" i="0">
                <a:solidFill>
                  <a:srgbClr val="6B605A"/>
                </a:solidFill>
                <a:latin typeface="Calibri"/>
              </a:rPr>
              <a:t>Vicar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988680" y="5941270"/>
            <a:ext cx="2468880" cy="0"/>
          </a:xfrm>
          <a:prstGeom prst="line">
            <a:avLst/>
          </a:prstGeom>
          <a:ln w="9525">
            <a:solidFill>
              <a:srgbClr val="26201E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6988680" y="5994635"/>
            <a:ext cx="2468880" cy="266823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26201E"/>
                </a:solidFill>
                <a:latin typeface="Calibri"/>
              </a:rPr>
              <a:t>Jenny Clarke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88680" y="6243670"/>
            <a:ext cx="2468880" cy="24903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050" b="0" i="0">
                <a:solidFill>
                  <a:srgbClr val="6B605A"/>
                </a:solidFill>
                <a:latin typeface="Calibri"/>
              </a:rPr>
              <a:t>Wrens Club Leader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1660" y="640376"/>
            <a:ext cx="868680" cy="8686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96880" y="1583152"/>
            <a:ext cx="7698240" cy="3201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300" b="1" i="0" spc="300" cap="all">
                <a:solidFill>
                  <a:srgbClr val="5B1A2E"/>
                </a:solidFill>
                <a:latin typeface="Calibri"/>
              </a:rPr>
              <a:t>St Aidan's Church, Wrenford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96880" y="1885552"/>
            <a:ext cx="7698240" cy="756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5000" b="1" i="0" spc="800">
                <a:solidFill>
                  <a:schemeClr val="accent1"/>
                </a:solidFill>
                <a:latin typeface="Cambria"/>
              </a:rPr>
              <a:t>CERTIFICATE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96880" y="2597082"/>
            <a:ext cx="7698240" cy="44470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2600" b="0" i="1">
                <a:solidFill>
                  <a:srgbClr val="916F29"/>
                </a:solidFill>
                <a:latin typeface="Cambria"/>
              </a:rPr>
              <a:t>of Achievement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96880" y="3157411"/>
            <a:ext cx="7698240" cy="3557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500" b="0" i="0">
                <a:solidFill>
                  <a:srgbClr val="6B605A"/>
                </a:solidFill>
                <a:latin typeface="Calibri"/>
              </a:rPr>
              <a:t>This certificate is proudly presented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96880" y="3539858"/>
            <a:ext cx="7698240" cy="729317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4000" b="0" i="1">
                <a:solidFill>
                  <a:srgbClr val="26201E"/>
                </a:solidFill>
                <a:latin typeface="Cambria"/>
              </a:rPr>
              <a:t>Grace Kowalski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86840" y="4322541"/>
            <a:ext cx="4918320" cy="0"/>
          </a:xfrm>
          <a:prstGeom prst="line">
            <a:avLst/>
          </a:prstGeom>
          <a:ln w="15875">
            <a:solidFill>
              <a:srgbClr val="C99A3A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1817640" y="4429270"/>
            <a:ext cx="7056720" cy="6403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600" b="0" i="0">
                <a:solidFill>
                  <a:srgbClr val="26201E"/>
                </a:solidFill>
                <a:latin typeface="Calibri"/>
              </a:rPr>
              <a:t>for reading every single day of the summer holidays</a:t>
            </a:r>
          </a:p>
        </p:txBody>
      </p:sp>
      <p:sp>
        <p:nvSpPr>
          <p:cNvPr id="10" name="24-Point Star 9"/>
          <p:cNvSpPr/>
          <p:nvPr/>
        </p:nvSpPr>
        <p:spPr>
          <a:xfrm>
            <a:off x="4760784" y="5211952"/>
            <a:ext cx="1170432" cy="1170432"/>
          </a:xfrm>
          <a:prstGeom prst="star24">
            <a:avLst/>
          </a:prstGeom>
          <a:solidFill>
            <a:srgbClr val="C99A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959757" y="5410925"/>
            <a:ext cx="772485" cy="772485"/>
          </a:xfrm>
          <a:prstGeom prst="ellipse">
            <a:avLst/>
          </a:prstGeom>
          <a:solidFill>
            <a:srgbClr val="5B1A2E"/>
          </a:solidFill>
          <a:ln w="19050">
            <a:solidFill>
              <a:srgbClr val="FFFFFF"/>
            </a:solidFill>
          </a:ln>
        </p:spPr>
        <p:txBody>
          <a:bodyPr rtlCol="0" anchor="ctr" lIns="0" rIns="0" tIns="0" bIns="0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4400" y="6421552"/>
            <a:ext cx="2743200" cy="266823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100" b="0" i="0">
                <a:solidFill>
                  <a:srgbClr val="6B605A"/>
                </a:solidFill>
                <a:latin typeface="Calibri"/>
              </a:rPr>
              <a:t>Awarded on Sunday 13 September 2026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234440" y="5941270"/>
            <a:ext cx="2468880" cy="0"/>
          </a:xfrm>
          <a:prstGeom prst="line">
            <a:avLst/>
          </a:prstGeom>
          <a:ln w="9525">
            <a:solidFill>
              <a:srgbClr val="26201E"/>
            </a:solidFill>
          </a:ln>
        </p:spPr>
      </p:cxnSp>
      <p:sp>
        <p:nvSpPr>
          <p:cNvPr id="14" name="TextBox 13"/>
          <p:cNvSpPr txBox="1"/>
          <p:nvPr/>
        </p:nvSpPr>
        <p:spPr>
          <a:xfrm>
            <a:off x="1234440" y="5994635"/>
            <a:ext cx="2468880" cy="266823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26201E"/>
                </a:solidFill>
                <a:latin typeface="Calibri"/>
              </a:rPr>
              <a:t>Revd Helen Marsh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6243670"/>
            <a:ext cx="2468880" cy="24903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050" b="0" i="0">
                <a:solidFill>
                  <a:srgbClr val="6B605A"/>
                </a:solidFill>
                <a:latin typeface="Calibri"/>
              </a:rPr>
              <a:t>Vicar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988680" y="5941270"/>
            <a:ext cx="2468880" cy="0"/>
          </a:xfrm>
          <a:prstGeom prst="line">
            <a:avLst/>
          </a:prstGeom>
          <a:ln w="9525">
            <a:solidFill>
              <a:srgbClr val="26201E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6988680" y="5994635"/>
            <a:ext cx="2468880" cy="266823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200" b="1" i="0">
                <a:solidFill>
                  <a:srgbClr val="26201E"/>
                </a:solidFill>
                <a:latin typeface="Calibri"/>
              </a:rPr>
              <a:t>Jenny Clarke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88680" y="6243670"/>
            <a:ext cx="2468880" cy="24903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050" b="0" i="0">
                <a:solidFill>
                  <a:srgbClr val="6B605A"/>
                </a:solidFill>
                <a:latin typeface="Calibri"/>
              </a:rPr>
              <a:t>Wrens Club Leader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B1A2E"/>
      </a:dk2>
      <a:lt2>
        <a:srgbClr val="F7F1EA"/>
      </a:lt2>
      <a:accent1>
        <a:srgbClr val="5B1A2E"/>
      </a:accent1>
      <a:accent2>
        <a:srgbClr val="C99A3A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 Aidan's Church, Wrenford - certificate</dc:title>
  <dc:subject>Certificate of achievement</dc:subject>
  <dc:creator/>
  <cp:keywords>template, Publisher Rescue</cp:keywords>
  <dc:description/>
  <cp:lastModifiedBy/>
  <cp:revision>1</cp:revision>
  <dcterms:created xsi:type="dcterms:W3CDTF">2013-01-27T09:14:16Z</dcterms:created>
  <dcterms:modified xsi:type="dcterms:W3CDTF">2013-01-27T09:15:58Z</dcterms:modified>
  <cp:category/>
</cp:coreProperties>
</file>