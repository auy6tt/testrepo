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use this certificate: click any text to change it. For one certificate per person, right-click this slide in the list on the left and choose Duplicate Slide, then change the name. The border is part of the layout (View &gt; Slide Master) so it cannot move by accident. Print at 100% (Fit to page off) on A4 or Letter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ertificate"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4" name="Rectangle 1"/>
          <p:cNvSpPr/>
          <p:nvPr/>
        </p:nvSpPr>
        <p:spPr>
          <a:xfrm>
            <a:off x="292608" y="292608"/>
            <a:ext cx="10106784" cy="6974784"/>
          </a:xfrm>
          <a:prstGeom prst="rect">
            <a:avLst/>
          </a:prstGeom>
          <a:noFill/>
          <a:ln w="88900">
            <a:solidFill>
              <a:srgbClr val="1F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2"/>
          <p:cNvSpPr/>
          <p:nvPr/>
        </p:nvSpPr>
        <p:spPr>
          <a:xfrm>
            <a:off x="457200" y="457200"/>
            <a:ext cx="9777600" cy="6645600"/>
          </a:xfrm>
          <a:prstGeom prst="rect">
            <a:avLst/>
          </a:prstGeom>
          <a:noFill/>
          <a:ln w="19050">
            <a:solidFill>
              <a:srgbClr val="C891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Diamond 3"/>
          <p:cNvSpPr/>
          <p:nvPr/>
        </p:nvSpPr>
        <p:spPr>
          <a:xfrm>
            <a:off x="301752" y="301752"/>
            <a:ext cx="310896" cy="310896"/>
          </a:xfrm>
          <a:prstGeom prst="diamond">
            <a:avLst/>
          </a:prstGeom>
          <a:solidFill>
            <a:srgbClr val="C8912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Diamond 4"/>
          <p:cNvSpPr/>
          <p:nvPr/>
        </p:nvSpPr>
        <p:spPr>
          <a:xfrm>
            <a:off x="301752" y="6947352"/>
            <a:ext cx="310896" cy="310896"/>
          </a:xfrm>
          <a:prstGeom prst="diamond">
            <a:avLst/>
          </a:prstGeom>
          <a:solidFill>
            <a:srgbClr val="C8912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Diamond 5"/>
          <p:cNvSpPr/>
          <p:nvPr/>
        </p:nvSpPr>
        <p:spPr>
          <a:xfrm>
            <a:off x="10079352" y="301752"/>
            <a:ext cx="310896" cy="310896"/>
          </a:xfrm>
          <a:prstGeom prst="diamond">
            <a:avLst/>
          </a:prstGeom>
          <a:solidFill>
            <a:srgbClr val="C8912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Diamond 6"/>
          <p:cNvSpPr/>
          <p:nvPr/>
        </p:nvSpPr>
        <p:spPr>
          <a:xfrm>
            <a:off x="10079352" y="6947352"/>
            <a:ext cx="310896" cy="310896"/>
          </a:xfrm>
          <a:prstGeom prst="diamond">
            <a:avLst/>
          </a:prstGeom>
          <a:solidFill>
            <a:srgbClr val="C8912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660" y="640376"/>
            <a:ext cx="8686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6880" y="1583152"/>
            <a:ext cx="7698240" cy="3201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 spc="300" cap="all">
                <a:solidFill>
                  <a:srgbClr val="1F3A5F"/>
                </a:solidFill>
                <a:latin typeface="Calibri"/>
              </a:rPr>
              <a:t>[Organisation 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6880" y="1885552"/>
            <a:ext cx="7698240" cy="756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000" b="1" i="0" spc="800">
                <a:solidFill>
                  <a:schemeClr val="accent1"/>
                </a:solidFill>
                <a:latin typeface="Cambria"/>
              </a:rPr>
              <a:t>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6880" y="2597082"/>
            <a:ext cx="7698240" cy="4447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600" b="0" i="1">
                <a:solidFill>
                  <a:srgbClr val="916920"/>
                </a:solidFill>
                <a:latin typeface="Cambria"/>
              </a:rPr>
              <a:t>of Achievement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6880" y="3157411"/>
            <a:ext cx="7698240" cy="3557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500" b="0" i="0">
                <a:solidFill>
                  <a:srgbClr val="5B6472"/>
                </a:solidFill>
                <a:latin typeface="Calibri"/>
              </a:rPr>
              <a:t>This certificate is proudly presented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6880" y="3539858"/>
            <a:ext cx="7698240" cy="72931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4000" b="0" i="1">
                <a:solidFill>
                  <a:srgbClr val="1E2430"/>
                </a:solidFill>
                <a:latin typeface="Cambria"/>
              </a:rPr>
              <a:t>[Recipient name]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6840" y="4322541"/>
            <a:ext cx="4918320" cy="0"/>
          </a:xfrm>
          <a:prstGeom prst="line">
            <a:avLst/>
          </a:prstGeom>
          <a:ln w="15875">
            <a:solidFill>
              <a:srgbClr val="C8912E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817640" y="4429270"/>
            <a:ext cx="7056720" cy="640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1E2430"/>
                </a:solidFill>
                <a:latin typeface="Calibri"/>
              </a:rPr>
              <a:t>[for outstanding effort and achievement in ...]</a:t>
            </a:r>
          </a:p>
        </p:txBody>
      </p:sp>
      <p:sp>
        <p:nvSpPr>
          <p:cNvPr id="10" name="24-Point Star 9"/>
          <p:cNvSpPr/>
          <p:nvPr/>
        </p:nvSpPr>
        <p:spPr>
          <a:xfrm>
            <a:off x="4760784" y="5211952"/>
            <a:ext cx="1170432" cy="1170432"/>
          </a:xfrm>
          <a:prstGeom prst="star24">
            <a:avLst/>
          </a:prstGeom>
          <a:solidFill>
            <a:srgbClr val="C891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59757" y="5410925"/>
            <a:ext cx="772485" cy="772485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[Year]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4400" y="6421552"/>
            <a:ext cx="2743200" cy="26682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Awarded on [date]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4440" y="5941270"/>
            <a:ext cx="2468880" cy="0"/>
          </a:xfrm>
          <a:prstGeom prst="line">
            <a:avLst/>
          </a:prstGeom>
          <a:ln w="9525">
            <a:solidFill>
              <a:srgbClr val="1E2430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1234440" y="5994635"/>
            <a:ext cx="2468880" cy="26682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1E2430"/>
                </a:solidFill>
                <a:latin typeface="Calibri"/>
              </a:rPr>
              <a:t>[Name]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6243670"/>
            <a:ext cx="2468880" cy="24903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0" i="0">
                <a:solidFill>
                  <a:srgbClr val="5B6472"/>
                </a:solidFill>
                <a:latin typeface="Calibri"/>
              </a:rPr>
              <a:t>[Role, e.g. Head Teacher]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88680" y="5941270"/>
            <a:ext cx="2468880" cy="0"/>
          </a:xfrm>
          <a:prstGeom prst="line">
            <a:avLst/>
          </a:prstGeom>
          <a:ln w="9525">
            <a:solidFill>
              <a:srgbClr val="1E2430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988680" y="5994635"/>
            <a:ext cx="2468880" cy="26682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1E2430"/>
                </a:solidFill>
                <a:latin typeface="Calibri"/>
              </a:rPr>
              <a:t>[Name]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8680" y="6243670"/>
            <a:ext cx="2468880" cy="24903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0" i="0">
                <a:solidFill>
                  <a:srgbClr val="5B6472"/>
                </a:solidFill>
                <a:latin typeface="Calibri"/>
              </a:rPr>
              <a:t>[Role, e.g. Club Leader]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A5F"/>
      </a:dk2>
      <a:lt2>
        <a:srgbClr val="EEF2F7"/>
      </a:lt2>
      <a:accent1>
        <a:srgbClr val="1F3A5F"/>
      </a:accent1>
      <a:accent2>
        <a:srgbClr val="C8912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[Organisation name] - certificate</dc:title>
  <dc:subject>Certificate of achievement</dc:subject>
  <dc:creator/>
  <cp:keywords>template, Publisher Rescue</cp:keywords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