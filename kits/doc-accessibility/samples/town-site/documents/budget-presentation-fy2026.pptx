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Fiscal Year 2026 Budget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to the Town Council,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comes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Property tax: $13.4 million</a:t>
            </a:r>
          </a:p>
          <a:p>
            <a:r>
              <a:t>State aid: $2.2 million</a:t>
            </a:r>
          </a:p>
          <a:p>
            <a:r>
              <a:t>Water and sewer charges: $1.7 million</a:t>
            </a:r>
          </a:p>
          <a:p>
            <a:r>
              <a:t>Fees, grants and other: $1.1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goes</a:t>
            </a:r>
          </a:p>
        </p:txBody>
      </p:sp>
      <p:pic>
        <p:nvPicPr>
          <p:cNvPr id="3" name="Picture 2" descr="spendin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863840" cy="4259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Questions? Contact the Finance Office at (555) 010-0110.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Budget Presentation</dc:title>
  <dc:subject/>
  <dc:creator>Finance Office, Town of Fernwick</dc:creator>
  <cp:keywords/>
  <dc:description>generated using python-pptx</dc:description>
  <cp:lastModifiedBy>Steve Canny</cp:lastModifiedBy>
  <cp:revision>1</cp:revision>
  <dcterms:created xsi:type="dcterms:W3CDTF">2025-05-06T18:00:00Z</dcterms:created>
  <dcterms:modified xsi:type="dcterms:W3CDTF">2025-05-06T18:00:00Z</dcterms:modified>
  <cp:category/>
</cp:coreProperties>
</file>